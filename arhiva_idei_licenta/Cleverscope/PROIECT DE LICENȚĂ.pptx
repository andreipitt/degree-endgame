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00" r:id="rId4"/>
  </p:sldMasterIdLst>
  <p:notesMasterIdLst>
    <p:notesMasterId r:id="rId14"/>
  </p:notesMasterIdLst>
  <p:handoutMasterIdLst>
    <p:handoutMasterId r:id="rId15"/>
  </p:handoutMasterIdLst>
  <p:sldIdLst>
    <p:sldId id="269" r:id="rId5"/>
    <p:sldId id="270" r:id="rId6"/>
    <p:sldId id="271" r:id="rId7"/>
    <p:sldId id="272" r:id="rId8"/>
    <p:sldId id="273" r:id="rId9"/>
    <p:sldId id="277" r:id="rId10"/>
    <p:sldId id="274" r:id="rId11"/>
    <p:sldId id="275" r:id="rId12"/>
    <p:sldId id="278" r:id="rId13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57CF4F-B1CE-4762-8A0F-ED769F937110}" v="40" dt="2025-11-21T00:23:54.4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3" name="Substituent dată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03AAB1A-57FE-4654-8C49-D388A482D258}" type="datetime1">
              <a:rPr lang="ro-RO" smtClean="0"/>
              <a:t>03.03.2026</a:t>
            </a:fld>
            <a:endParaRPr lang="ro-RO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063CFFE-8462-416E-AEB2-4E7281CE0770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1397077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365E65-DA72-4DE0-8BA3-C7635DA0CA6E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o-RO" noProof="0" dirty="0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o-RO" noProof="0" dirty="0"/>
              <a:t>Faceți clic pentru a edita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4E81925-CA98-455D-A45B-7A71D36D9055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6290941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14E81925-CA98-455D-A45B-7A71D36D9055}" type="slidenum">
              <a:rPr lang="ro-RO" smtClean="0"/>
              <a:t>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51268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B8D90DD-B6FD-5945-313E-DF81E48F1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="" xmlns:a16="http://schemas.microsoft.com/office/drawing/2014/main" id="{35790421-DFD5-C21E-1CC8-5A40F5399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="" xmlns:a16="http://schemas.microsoft.com/office/drawing/2014/main" id="{32344D57-70EF-BAA0-98F8-F9925191D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="" xmlns:a16="http://schemas.microsoft.com/office/drawing/2014/main" id="{E235C29F-E684-29AA-1253-601DB31F4B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14E81925-CA98-455D-A45B-7A71D36D9055}" type="slidenum">
              <a:rPr lang="ro-RO" smtClean="0"/>
              <a:t>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11999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5738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2446623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1026968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1562623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0696262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58807494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7460981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415589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58151375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6588933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0460312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443684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5880476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181923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45283837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9501526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98533937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0397214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3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71B2258F-86CA-4D4D-8270-BC05FCDEBFB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="" xmlns:a16="http://schemas.microsoft.com/office/drawing/2014/main" id="{226AE06C-CFD8-4FEF-B40F-369A5B066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8684" y="2055758"/>
            <a:ext cx="9557247" cy="2103645"/>
          </a:xfrm>
        </p:spPr>
        <p:txBody>
          <a:bodyPr rtlCol="0"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PROIECT DE LICEN</a:t>
            </a:r>
            <a:r>
              <a:rPr lang="ro-RO" dirty="0">
                <a:solidFill>
                  <a:srgbClr val="FFFFFF"/>
                </a:solidFill>
              </a:rPr>
              <a:t>ȚĂ</a:t>
            </a:r>
            <a:br>
              <a:rPr lang="ro-RO" dirty="0">
                <a:solidFill>
                  <a:srgbClr val="FFFFFF"/>
                </a:solidFill>
              </a:rPr>
            </a:br>
            <a:r>
              <a:rPr lang="ro-RO" dirty="0" smtClean="0">
                <a:solidFill>
                  <a:srgbClr val="FFFFFF"/>
                </a:solidFill>
              </a:rPr>
              <a:t>-</a:t>
            </a:r>
            <a:r>
              <a:rPr lang="en-US" dirty="0" err="1" smtClean="0">
                <a:solidFill>
                  <a:srgbClr val="FFFFFF"/>
                </a:solidFill>
              </a:rPr>
              <a:t>ReMOTE</a:t>
            </a:r>
            <a:r>
              <a:rPr lang="en-US" dirty="0" smtClean="0">
                <a:solidFill>
                  <a:srgbClr val="FFFFFF"/>
                </a:solidFill>
              </a:rPr>
              <a:t> CONTROL CLEVERSCOPE</a:t>
            </a:r>
            <a:r>
              <a:rPr lang="ro-RO" dirty="0" smtClean="0">
                <a:solidFill>
                  <a:srgbClr val="FFFFFF"/>
                </a:solidFill>
              </a:rPr>
              <a:t>-</a:t>
            </a:r>
            <a:endParaRPr lang="ro-RO" dirty="0">
              <a:solidFill>
                <a:srgbClr val="FFFFFF"/>
              </a:solidFill>
            </a:endParaRPr>
          </a:p>
        </p:txBody>
      </p:sp>
      <p:sp>
        <p:nvSpPr>
          <p:cNvPr id="6" name="Subtitlu 5">
            <a:extLst>
              <a:ext uri="{FF2B5EF4-FFF2-40B4-BE49-F238E27FC236}">
                <a16:creationId xmlns="" xmlns:a16="http://schemas.microsoft.com/office/drawing/2014/main" id="{5ADBE90B-25AD-E243-BE10-6625551CD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955" y="4410305"/>
            <a:ext cx="5688563" cy="109839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Student: </a:t>
            </a:r>
            <a:r>
              <a:rPr lang="en-US" sz="2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Deaconu</a:t>
            </a:r>
            <a:r>
              <a:rPr 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Andrei</a:t>
            </a: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Coordonatori</a:t>
            </a: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ing</a:t>
            </a: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en-US" sz="2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Septimiu</a:t>
            </a:r>
            <a:r>
              <a:rPr lang="ro-RO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Mischie</a:t>
            </a:r>
            <a:endParaRPr lang="ro-RO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ro-RO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            </a:t>
            </a:r>
            <a:r>
              <a:rPr lang="en-US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ing</a:t>
            </a: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en-US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Chiș</a:t>
            </a: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Marcel (Hella Romania)</a:t>
            </a:r>
          </a:p>
          <a:p>
            <a:endParaRPr lang="ro-RO" sz="2000" dirty="0">
              <a:solidFill>
                <a:srgbClr val="FFFFFF"/>
              </a:solidFill>
            </a:endParaRPr>
          </a:p>
        </p:txBody>
      </p:sp>
      <p:sp>
        <p:nvSpPr>
          <p:cNvPr id="9" name="CasetăText 8">
            <a:extLst>
              <a:ext uri="{FF2B5EF4-FFF2-40B4-BE49-F238E27FC236}">
                <a16:creationId xmlns="" xmlns:a16="http://schemas.microsoft.com/office/drawing/2014/main" id="{E372E342-6D08-E87A-C194-A8C6B86F859D}"/>
              </a:ext>
            </a:extLst>
          </p:cNvPr>
          <p:cNvSpPr txBox="1"/>
          <p:nvPr/>
        </p:nvSpPr>
        <p:spPr>
          <a:xfrm>
            <a:off x="4775717" y="6205829"/>
            <a:ext cx="250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/>
              <a:t>Timișoara </a:t>
            </a:r>
            <a:r>
              <a:rPr lang="ro-RO" dirty="0" smtClean="0"/>
              <a:t>202</a:t>
            </a:r>
            <a:r>
              <a:rPr lang="en-US" dirty="0" smtClean="0"/>
              <a:t>6</a:t>
            </a:r>
            <a:endParaRPr lang="ro-RO" dirty="0"/>
          </a:p>
        </p:txBody>
      </p:sp>
      <p:pic>
        <p:nvPicPr>
          <p:cNvPr id="10" name="Picture 31">
            <a:extLst>
              <a:ext uri="{FF2B5EF4-FFF2-40B4-BE49-F238E27FC236}">
                <a16:creationId xmlns="" xmlns:a16="http://schemas.microsoft.com/office/drawing/2014/main" id="{215EB054-A1E0-AA32-6A4F-13AAB96B91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r="8514"/>
          <a:stretch/>
        </p:blipFill>
        <p:spPr>
          <a:xfrm>
            <a:off x="9745879" y="0"/>
            <a:ext cx="2446421" cy="1242769"/>
          </a:xfrm>
          <a:prstGeom prst="rect">
            <a:avLst/>
          </a:prstGeom>
        </p:spPr>
      </p:pic>
      <p:pic>
        <p:nvPicPr>
          <p:cNvPr id="12" name="Picture 7">
            <a:extLst>
              <a:ext uri="{FF2B5EF4-FFF2-40B4-BE49-F238E27FC236}">
                <a16:creationId xmlns="" xmlns:a16="http://schemas.microsoft.com/office/drawing/2014/main" id="{B1D5CB30-C006-07B6-E48E-F238CCCE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" y="124093"/>
            <a:ext cx="1825810" cy="8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5185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1B00214D-04D4-6A13-6128-51AC9B071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="" xmlns:a16="http://schemas.microsoft.com/office/drawing/2014/main" id="{9D77C7EA-1496-679A-840C-0D39C451C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666" y="77345"/>
            <a:ext cx="8534400" cy="1507067"/>
          </a:xfrm>
        </p:spPr>
        <p:txBody>
          <a:bodyPr rtlCol="0">
            <a:normAutofit/>
          </a:bodyPr>
          <a:lstStyle/>
          <a:p>
            <a:pPr algn="ctr"/>
            <a:r>
              <a:rPr lang="ro-RO" sz="6000" dirty="0">
                <a:solidFill>
                  <a:schemeClr val="accent1">
                    <a:lumMod val="75000"/>
                  </a:schemeClr>
                </a:solidFill>
              </a:rPr>
              <a:t>CUPRINS</a:t>
            </a:r>
          </a:p>
        </p:txBody>
      </p:sp>
      <p:grpSp>
        <p:nvGrpSpPr>
          <p:cNvPr id="7" name="Grupare 6">
            <a:extLst>
              <a:ext uri="{FF2B5EF4-FFF2-40B4-BE49-F238E27FC236}">
                <a16:creationId xmlns="" xmlns:a16="http://schemas.microsoft.com/office/drawing/2014/main" id="{DF4966F1-DB4C-C788-44CE-C0191AA83644}"/>
              </a:ext>
            </a:extLst>
          </p:cNvPr>
          <p:cNvGrpSpPr/>
          <p:nvPr/>
        </p:nvGrpSpPr>
        <p:grpSpPr>
          <a:xfrm>
            <a:off x="1376625" y="1711406"/>
            <a:ext cx="2991960" cy="1892975"/>
            <a:chOff x="1001707" y="1825625"/>
            <a:chExt cx="2991960" cy="1892975"/>
          </a:xfrm>
        </p:grpSpPr>
        <p:sp>
          <p:nvSpPr>
            <p:cNvPr id="4" name="Dreptunghi: colțuri diagonale rotunjite 3">
              <a:extLst>
                <a:ext uri="{FF2B5EF4-FFF2-40B4-BE49-F238E27FC236}">
                  <a16:creationId xmlns="" xmlns:a16="http://schemas.microsoft.com/office/drawing/2014/main" id="{63239DB7-F2EB-D94E-B369-B720DDD4FE04}"/>
                </a:ext>
              </a:extLst>
            </p:cNvPr>
            <p:cNvSpPr/>
            <p:nvPr/>
          </p:nvSpPr>
          <p:spPr>
            <a:xfrm>
              <a:off x="1001707" y="1825625"/>
              <a:ext cx="2991960" cy="1892975"/>
            </a:xfrm>
            <a:prstGeom prst="round2DiagRect">
              <a:avLst>
                <a:gd name="adj1" fmla="val 29727"/>
                <a:gd name="adj2" fmla="val 0"/>
              </a:avLst>
            </a:prstGeom>
            <a:solidFill>
              <a:srgbClr val="91BEE7">
                <a:alpha val="79000"/>
              </a:srgbClr>
            </a:solidFill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ro-RO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" name="CasetăText 5">
              <a:extLst>
                <a:ext uri="{FF2B5EF4-FFF2-40B4-BE49-F238E27FC236}">
                  <a16:creationId xmlns="" xmlns:a16="http://schemas.microsoft.com/office/drawing/2014/main" id="{9EF1C76C-B3D0-87B5-67D1-E6E063182629}"/>
                </a:ext>
              </a:extLst>
            </p:cNvPr>
            <p:cNvSpPr txBox="1"/>
            <p:nvPr/>
          </p:nvSpPr>
          <p:spPr>
            <a:xfrm>
              <a:off x="1102190" y="2510502"/>
              <a:ext cx="2818987" cy="9541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 smtClean="0"/>
                <a:t>1.Introducere</a:t>
              </a:r>
            </a:p>
            <a:p>
              <a:pPr marL="514350" indent="-514350">
                <a:buAutoNum type="arabicPeriod"/>
              </a:pPr>
              <a:endParaRPr lang="ro-RO" sz="2800" dirty="0"/>
            </a:p>
          </p:txBody>
        </p:sp>
      </p:grpSp>
      <p:sp>
        <p:nvSpPr>
          <p:cNvPr id="8" name="Dreptunghi: colțuri diagonale rotunjite 7">
            <a:extLst>
              <a:ext uri="{FF2B5EF4-FFF2-40B4-BE49-F238E27FC236}">
                <a16:creationId xmlns="" xmlns:a16="http://schemas.microsoft.com/office/drawing/2014/main" id="{ADB235A0-5841-B706-89F6-C763B7813549}"/>
              </a:ext>
            </a:extLst>
          </p:cNvPr>
          <p:cNvSpPr/>
          <p:nvPr/>
        </p:nvSpPr>
        <p:spPr>
          <a:xfrm>
            <a:off x="4788464" y="1702799"/>
            <a:ext cx="2658985" cy="1892975"/>
          </a:xfrm>
          <a:prstGeom prst="round2DiagRect">
            <a:avLst>
              <a:gd name="adj1" fmla="val 29727"/>
              <a:gd name="adj2" fmla="val 0"/>
            </a:avLst>
          </a:prstGeom>
          <a:solidFill>
            <a:srgbClr val="91BEE7">
              <a:alpha val="79000"/>
            </a:srgb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o-RO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Dreptunghi: colțuri diagonale rotunjite 8">
            <a:extLst>
              <a:ext uri="{FF2B5EF4-FFF2-40B4-BE49-F238E27FC236}">
                <a16:creationId xmlns="" xmlns:a16="http://schemas.microsoft.com/office/drawing/2014/main" id="{AD7D28BB-2023-D7E5-BA3B-F36360A33563}"/>
              </a:ext>
            </a:extLst>
          </p:cNvPr>
          <p:cNvSpPr/>
          <p:nvPr/>
        </p:nvSpPr>
        <p:spPr>
          <a:xfrm>
            <a:off x="7867329" y="1565681"/>
            <a:ext cx="3236100" cy="1892975"/>
          </a:xfrm>
          <a:prstGeom prst="round2DiagRect">
            <a:avLst>
              <a:gd name="adj1" fmla="val 29727"/>
              <a:gd name="adj2" fmla="val 0"/>
            </a:avLst>
          </a:prstGeom>
          <a:solidFill>
            <a:srgbClr val="91BEE7">
              <a:alpha val="79000"/>
            </a:srgb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o-RO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Dreptunghi: colțuri diagonale rotunjite 9">
            <a:extLst>
              <a:ext uri="{FF2B5EF4-FFF2-40B4-BE49-F238E27FC236}">
                <a16:creationId xmlns="" xmlns:a16="http://schemas.microsoft.com/office/drawing/2014/main" id="{15C72E03-FDBB-C0C9-E4C4-3E5F1F63C3A5}"/>
              </a:ext>
            </a:extLst>
          </p:cNvPr>
          <p:cNvSpPr/>
          <p:nvPr/>
        </p:nvSpPr>
        <p:spPr>
          <a:xfrm>
            <a:off x="224337" y="4001294"/>
            <a:ext cx="2792007" cy="1892975"/>
          </a:xfrm>
          <a:prstGeom prst="round2DiagRect">
            <a:avLst>
              <a:gd name="adj1" fmla="val 29727"/>
              <a:gd name="adj2" fmla="val 0"/>
            </a:avLst>
          </a:prstGeom>
          <a:solidFill>
            <a:srgbClr val="91BEE7">
              <a:alpha val="79000"/>
            </a:srgb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o-RO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Dreptunghi: colțuri diagonale rotunjite 10">
            <a:extLst>
              <a:ext uri="{FF2B5EF4-FFF2-40B4-BE49-F238E27FC236}">
                <a16:creationId xmlns="" xmlns:a16="http://schemas.microsoft.com/office/drawing/2014/main" id="{BC9C2C68-724B-5577-0761-F72A21A28D5D}"/>
              </a:ext>
            </a:extLst>
          </p:cNvPr>
          <p:cNvSpPr/>
          <p:nvPr/>
        </p:nvSpPr>
        <p:spPr>
          <a:xfrm>
            <a:off x="3235495" y="3902447"/>
            <a:ext cx="2658985" cy="1892975"/>
          </a:xfrm>
          <a:prstGeom prst="round2DiagRect">
            <a:avLst>
              <a:gd name="adj1" fmla="val 29727"/>
              <a:gd name="adj2" fmla="val 0"/>
            </a:avLst>
          </a:prstGeom>
          <a:solidFill>
            <a:srgbClr val="91BEE7">
              <a:alpha val="79000"/>
            </a:srgb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o-RO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Dreptunghi: colțuri diagonale rotunjite 11">
            <a:extLst>
              <a:ext uri="{FF2B5EF4-FFF2-40B4-BE49-F238E27FC236}">
                <a16:creationId xmlns="" xmlns:a16="http://schemas.microsoft.com/office/drawing/2014/main" id="{B31A1F82-CD2B-840E-06F0-99522BD84B68}"/>
              </a:ext>
            </a:extLst>
          </p:cNvPr>
          <p:cNvSpPr/>
          <p:nvPr/>
        </p:nvSpPr>
        <p:spPr>
          <a:xfrm>
            <a:off x="6248012" y="3807151"/>
            <a:ext cx="2658985" cy="1892975"/>
          </a:xfrm>
          <a:prstGeom prst="round2DiagRect">
            <a:avLst>
              <a:gd name="adj1" fmla="val 29727"/>
              <a:gd name="adj2" fmla="val 0"/>
            </a:avLst>
          </a:prstGeom>
          <a:solidFill>
            <a:srgbClr val="91BEE7">
              <a:alpha val="79000"/>
            </a:srgb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o-RO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Dreptunghi: colțuri diagonale rotunjite 12">
            <a:extLst>
              <a:ext uri="{FF2B5EF4-FFF2-40B4-BE49-F238E27FC236}">
                <a16:creationId xmlns="" xmlns:a16="http://schemas.microsoft.com/office/drawing/2014/main" id="{AA582691-ED63-B29E-07F2-D94AFCE6E342}"/>
              </a:ext>
            </a:extLst>
          </p:cNvPr>
          <p:cNvSpPr/>
          <p:nvPr/>
        </p:nvSpPr>
        <p:spPr>
          <a:xfrm>
            <a:off x="9260529" y="3807151"/>
            <a:ext cx="2658985" cy="1892975"/>
          </a:xfrm>
          <a:prstGeom prst="round2DiagRect">
            <a:avLst>
              <a:gd name="adj1" fmla="val 29727"/>
              <a:gd name="adj2" fmla="val 0"/>
            </a:avLst>
          </a:prstGeom>
          <a:solidFill>
            <a:srgbClr val="91BEE7">
              <a:alpha val="79000"/>
            </a:srgb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o-RO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CasetăText 13">
            <a:extLst>
              <a:ext uri="{FF2B5EF4-FFF2-40B4-BE49-F238E27FC236}">
                <a16:creationId xmlns="" xmlns:a16="http://schemas.microsoft.com/office/drawing/2014/main" id="{764525D3-E79A-F6FA-5B98-707591C7159A}"/>
              </a:ext>
            </a:extLst>
          </p:cNvPr>
          <p:cNvSpPr txBox="1"/>
          <p:nvPr/>
        </p:nvSpPr>
        <p:spPr>
          <a:xfrm>
            <a:off x="4788464" y="2215716"/>
            <a:ext cx="2674332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o-RO" sz="2800" dirty="0" smtClean="0"/>
              <a:t>2.</a:t>
            </a:r>
            <a:r>
              <a:rPr lang="en-US" sz="2800" dirty="0" err="1" smtClean="0"/>
              <a:t>Prezentare</a:t>
            </a:r>
            <a:endParaRPr lang="en-US" sz="2800" dirty="0" smtClean="0"/>
          </a:p>
          <a:p>
            <a:pPr algn="ctr"/>
            <a:r>
              <a:rPr lang="en-US" sz="2800" dirty="0" err="1" smtClean="0"/>
              <a:t>Cleverscope</a:t>
            </a:r>
            <a:endParaRPr lang="en-US" sz="2800" dirty="0" smtClean="0"/>
          </a:p>
        </p:txBody>
      </p:sp>
      <p:sp>
        <p:nvSpPr>
          <p:cNvPr id="15" name="CasetăText 14">
            <a:extLst>
              <a:ext uri="{FF2B5EF4-FFF2-40B4-BE49-F238E27FC236}">
                <a16:creationId xmlns="" xmlns:a16="http://schemas.microsoft.com/office/drawing/2014/main" id="{26098808-ED41-2715-DA18-4CFEAF4C85A8}"/>
              </a:ext>
            </a:extLst>
          </p:cNvPr>
          <p:cNvSpPr txBox="1"/>
          <p:nvPr/>
        </p:nvSpPr>
        <p:spPr>
          <a:xfrm>
            <a:off x="8086478" y="2169108"/>
            <a:ext cx="3509320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o-RO" sz="2800" dirty="0" smtClean="0"/>
              <a:t>3.</a:t>
            </a:r>
            <a:r>
              <a:rPr lang="en-US" sz="2800" dirty="0" err="1" smtClean="0"/>
              <a:t>Comunicare</a:t>
            </a:r>
            <a:endParaRPr lang="en-US" sz="2800" dirty="0" smtClean="0"/>
          </a:p>
          <a:p>
            <a:r>
              <a:rPr lang="en-US" sz="2800" dirty="0" err="1" smtClean="0"/>
              <a:t>seriala</a:t>
            </a:r>
            <a:endParaRPr lang="ro-RO" sz="2800" dirty="0"/>
          </a:p>
        </p:txBody>
      </p:sp>
      <p:sp>
        <p:nvSpPr>
          <p:cNvPr id="16" name="CasetăText 15">
            <a:extLst>
              <a:ext uri="{FF2B5EF4-FFF2-40B4-BE49-F238E27FC236}">
                <a16:creationId xmlns="" xmlns:a16="http://schemas.microsoft.com/office/drawing/2014/main" id="{0D7513D8-C011-CF88-64B6-8C6E5AF294FF}"/>
              </a:ext>
            </a:extLst>
          </p:cNvPr>
          <p:cNvSpPr txBox="1"/>
          <p:nvPr/>
        </p:nvSpPr>
        <p:spPr>
          <a:xfrm>
            <a:off x="429313" y="4371880"/>
            <a:ext cx="2438729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4.Arhitectura </a:t>
            </a:r>
          </a:p>
          <a:p>
            <a:r>
              <a:rPr lang="en-US" sz="2800" dirty="0" smtClean="0"/>
              <a:t>  Software</a:t>
            </a:r>
            <a:endParaRPr lang="ro-RO" sz="2800" dirty="0"/>
          </a:p>
        </p:txBody>
      </p:sp>
      <p:sp>
        <p:nvSpPr>
          <p:cNvPr id="17" name="CasetăText 16">
            <a:extLst>
              <a:ext uri="{FF2B5EF4-FFF2-40B4-BE49-F238E27FC236}">
                <a16:creationId xmlns="" xmlns:a16="http://schemas.microsoft.com/office/drawing/2014/main" id="{0E59DA73-7B17-57D9-E7F1-157C566DDEDB}"/>
              </a:ext>
            </a:extLst>
          </p:cNvPr>
          <p:cNvSpPr txBox="1"/>
          <p:nvPr/>
        </p:nvSpPr>
        <p:spPr>
          <a:xfrm>
            <a:off x="3221320" y="4328398"/>
            <a:ext cx="2658987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5</a:t>
            </a:r>
            <a:r>
              <a:rPr lang="ro-RO" sz="2800" dirty="0" smtClean="0"/>
              <a:t>.</a:t>
            </a:r>
            <a:r>
              <a:rPr lang="en-US" sz="2800" dirty="0"/>
              <a:t> </a:t>
            </a:r>
            <a:r>
              <a:rPr lang="en-US" sz="2800" dirty="0" err="1"/>
              <a:t>Principii</a:t>
            </a:r>
            <a:r>
              <a:rPr lang="en-US" sz="2800" dirty="0"/>
              <a:t> de UI/UX </a:t>
            </a:r>
            <a:r>
              <a:rPr lang="en-US" sz="2800" dirty="0" err="1"/>
              <a:t>aplicate</a:t>
            </a:r>
            <a:endParaRPr lang="ro-RO" sz="2800" dirty="0"/>
          </a:p>
        </p:txBody>
      </p:sp>
      <p:sp>
        <p:nvSpPr>
          <p:cNvPr id="18" name="CasetăText 17">
            <a:extLst>
              <a:ext uri="{FF2B5EF4-FFF2-40B4-BE49-F238E27FC236}">
                <a16:creationId xmlns="" xmlns:a16="http://schemas.microsoft.com/office/drawing/2014/main" id="{72E0DDF2-D87E-0ED7-5B36-1096C8B4CD89}"/>
              </a:ext>
            </a:extLst>
          </p:cNvPr>
          <p:cNvSpPr txBox="1"/>
          <p:nvPr/>
        </p:nvSpPr>
        <p:spPr>
          <a:xfrm>
            <a:off x="6467161" y="4371880"/>
            <a:ext cx="222068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o-RO" sz="2800" dirty="0"/>
              <a:t>6. </a:t>
            </a:r>
            <a:r>
              <a:rPr lang="en-US" sz="2800" dirty="0" err="1"/>
              <a:t>Testare</a:t>
            </a:r>
            <a:endParaRPr lang="ro-RO" sz="2800" dirty="0"/>
          </a:p>
        </p:txBody>
      </p:sp>
      <p:sp>
        <p:nvSpPr>
          <p:cNvPr id="19" name="CasetăText 18">
            <a:extLst>
              <a:ext uri="{FF2B5EF4-FFF2-40B4-BE49-F238E27FC236}">
                <a16:creationId xmlns="" xmlns:a16="http://schemas.microsoft.com/office/drawing/2014/main" id="{982EA8CA-AA63-E060-ACCD-C6D8146B48C4}"/>
              </a:ext>
            </a:extLst>
          </p:cNvPr>
          <p:cNvSpPr txBox="1"/>
          <p:nvPr/>
        </p:nvSpPr>
        <p:spPr>
          <a:xfrm>
            <a:off x="9485379" y="4387791"/>
            <a:ext cx="222068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o-RO" sz="2800" dirty="0"/>
              <a:t>7. Concluzii</a:t>
            </a:r>
          </a:p>
        </p:txBody>
      </p:sp>
      <p:pic>
        <p:nvPicPr>
          <p:cNvPr id="25" name="Picture 31">
            <a:extLst>
              <a:ext uri="{FF2B5EF4-FFF2-40B4-BE49-F238E27FC236}">
                <a16:creationId xmlns="" xmlns:a16="http://schemas.microsoft.com/office/drawing/2014/main" id="{CE0AB608-E1A4-A985-7308-0E85455D70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r="8514"/>
          <a:stretch/>
        </p:blipFill>
        <p:spPr>
          <a:xfrm>
            <a:off x="9745879" y="0"/>
            <a:ext cx="2446421" cy="1242769"/>
          </a:xfrm>
          <a:prstGeom prst="rect">
            <a:avLst/>
          </a:prstGeom>
        </p:spPr>
      </p:pic>
      <p:pic>
        <p:nvPicPr>
          <p:cNvPr id="26" name="Picture 7">
            <a:extLst>
              <a:ext uri="{FF2B5EF4-FFF2-40B4-BE49-F238E27FC236}">
                <a16:creationId xmlns="" xmlns:a16="http://schemas.microsoft.com/office/drawing/2014/main" id="{D6C85B17-1DB6-E1E1-2A79-589533643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" y="124093"/>
            <a:ext cx="1825810" cy="8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1230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 descr="falduri de mătase albă în fundal">
            <a:extLst>
              <a:ext uri="{FF2B5EF4-FFF2-40B4-BE49-F238E27FC236}">
                <a16:creationId xmlns="" xmlns:a16="http://schemas.microsoft.com/office/drawing/2014/main" id="{7BAA800C-3F57-40B7-D718-32BA0D8C5E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="" xmlns:a16="http://schemas.microsoft.com/office/drawing/2014/main" id="{A540811E-5BCD-9535-A829-7487D6714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o-RO" sz="6000" dirty="0" smtClean="0">
                <a:solidFill>
                  <a:schemeClr val="bg1"/>
                </a:solidFill>
              </a:rPr>
              <a:t>1.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 err="1" smtClean="0">
                <a:solidFill>
                  <a:schemeClr val="bg1"/>
                </a:solidFill>
              </a:rPr>
              <a:t>introducere</a:t>
            </a:r>
            <a:endParaRPr lang="ro-RO" sz="6000" dirty="0">
              <a:solidFill>
                <a:schemeClr val="bg1"/>
              </a:solidFill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="" xmlns:a16="http://schemas.microsoft.com/office/drawing/2014/main" id="{EE82455A-D1BC-866E-D379-1B7CC6E1E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 dirty="0"/>
          </a:p>
        </p:txBody>
      </p:sp>
      <p:pic>
        <p:nvPicPr>
          <p:cNvPr id="5" name="Picture 31">
            <a:extLst>
              <a:ext uri="{FF2B5EF4-FFF2-40B4-BE49-F238E27FC236}">
                <a16:creationId xmlns="" xmlns:a16="http://schemas.microsoft.com/office/drawing/2014/main" id="{9A8EEC84-1D1F-8BCB-12F3-0C44E854B5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r="8514"/>
          <a:stretch/>
        </p:blipFill>
        <p:spPr>
          <a:xfrm>
            <a:off x="9745879" y="0"/>
            <a:ext cx="2446421" cy="1242769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="" xmlns:a16="http://schemas.microsoft.com/office/drawing/2014/main" id="{67DDF41E-9754-A954-8738-8FE4FF279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" y="124093"/>
            <a:ext cx="1825810" cy="8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1399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7537DCB-E94B-3BA9-1966-B6612813D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 descr="falduri de mătase albă în fundal">
            <a:extLst>
              <a:ext uri="{FF2B5EF4-FFF2-40B4-BE49-F238E27FC236}">
                <a16:creationId xmlns="" xmlns:a16="http://schemas.microsoft.com/office/drawing/2014/main" id="{DC48445C-D6E9-9EE1-FA37-BA813D4F0F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="" xmlns:a16="http://schemas.microsoft.com/office/drawing/2014/main" id="{D9C100BC-179A-5947-E144-D5C07078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000" dirty="0" smtClean="0">
                <a:solidFill>
                  <a:schemeClr val="bg1"/>
                </a:solidFill>
              </a:rPr>
              <a:t>1.Prezentare</a:t>
            </a:r>
            <a:r>
              <a:rPr lang="en-US" sz="6000" dirty="0">
                <a:solidFill>
                  <a:schemeClr val="bg1"/>
                </a:solidFill>
              </a:rPr>
              <a:t/>
            </a:r>
            <a:br>
              <a:rPr lang="en-US" sz="6000" dirty="0">
                <a:solidFill>
                  <a:schemeClr val="bg1"/>
                </a:solidFill>
              </a:rPr>
            </a:br>
            <a:r>
              <a:rPr lang="en-US" sz="6000" dirty="0" err="1">
                <a:solidFill>
                  <a:schemeClr val="bg1"/>
                </a:solidFill>
              </a:rPr>
              <a:t>Cleverscope</a:t>
            </a:r>
            <a:r>
              <a:rPr lang="en-US" sz="6000" dirty="0">
                <a:solidFill>
                  <a:schemeClr val="bg1"/>
                </a:solidFill>
              </a:rPr>
              <a:t/>
            </a:r>
            <a:br>
              <a:rPr lang="en-US" sz="6000" dirty="0">
                <a:solidFill>
                  <a:schemeClr val="bg1"/>
                </a:solidFill>
              </a:rPr>
            </a:br>
            <a:r>
              <a:rPr lang="ro-RO" sz="6000" dirty="0" smtClean="0">
                <a:solidFill>
                  <a:schemeClr val="bg1"/>
                </a:solidFill>
              </a:rPr>
              <a:t/>
            </a:r>
            <a:br>
              <a:rPr lang="ro-RO" sz="6000" dirty="0" smtClean="0">
                <a:solidFill>
                  <a:schemeClr val="bg1"/>
                </a:solidFill>
              </a:rPr>
            </a:br>
            <a:endParaRPr lang="ro-RO" sz="6000" dirty="0">
              <a:solidFill>
                <a:schemeClr val="bg1"/>
              </a:solidFill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="" xmlns:a16="http://schemas.microsoft.com/office/drawing/2014/main" id="{D7629E0F-AA7E-4C5D-4C7E-59A06EB78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 dirty="0"/>
          </a:p>
        </p:txBody>
      </p:sp>
      <p:pic>
        <p:nvPicPr>
          <p:cNvPr id="5" name="Picture 31">
            <a:extLst>
              <a:ext uri="{FF2B5EF4-FFF2-40B4-BE49-F238E27FC236}">
                <a16:creationId xmlns="" xmlns:a16="http://schemas.microsoft.com/office/drawing/2014/main" id="{C26EABC9-52F9-DFEF-E902-B070B5BF8B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r="8514"/>
          <a:stretch/>
        </p:blipFill>
        <p:spPr>
          <a:xfrm>
            <a:off x="9745879" y="0"/>
            <a:ext cx="2446421" cy="1242769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="" xmlns:a16="http://schemas.microsoft.com/office/drawing/2014/main" id="{70376496-97D9-CE12-8733-F8DBA567E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" y="124093"/>
            <a:ext cx="1825810" cy="8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5914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14BB737-3DD9-CFE3-A047-84C899D13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 descr="falduri de mătase albă în fundal">
            <a:extLst>
              <a:ext uri="{FF2B5EF4-FFF2-40B4-BE49-F238E27FC236}">
                <a16:creationId xmlns="" xmlns:a16="http://schemas.microsoft.com/office/drawing/2014/main" id="{22FA2172-B4FE-F027-842A-150A20AF0E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="" xmlns:a16="http://schemas.microsoft.com/office/drawing/2014/main" id="{AF05F57D-0ACC-3946-6FCF-884FB926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o-RO" sz="5200" dirty="0">
                <a:solidFill>
                  <a:schemeClr val="bg1"/>
                </a:solidFill>
              </a:rPr>
              <a:t>PROIECTARE HARDWARE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="" xmlns:a16="http://schemas.microsoft.com/office/drawing/2014/main" id="{7726ACFB-8FDD-CE69-C4A7-204F1944C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 dirty="0"/>
          </a:p>
        </p:txBody>
      </p:sp>
      <p:pic>
        <p:nvPicPr>
          <p:cNvPr id="5" name="Picture 31">
            <a:extLst>
              <a:ext uri="{FF2B5EF4-FFF2-40B4-BE49-F238E27FC236}">
                <a16:creationId xmlns="" xmlns:a16="http://schemas.microsoft.com/office/drawing/2014/main" id="{853797C7-7367-980B-1871-66BE065FF7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r="8514"/>
          <a:stretch/>
        </p:blipFill>
        <p:spPr>
          <a:xfrm>
            <a:off x="9745879" y="0"/>
            <a:ext cx="2446421" cy="1242769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="" xmlns:a16="http://schemas.microsoft.com/office/drawing/2014/main" id="{E47921D0-65DA-091E-8911-B336E2089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" y="124093"/>
            <a:ext cx="1825810" cy="8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0394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6F4BE4-7E18-BDC2-8C68-D0BAA2F07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 descr="falduri de mătase albă în fundal">
            <a:extLst>
              <a:ext uri="{FF2B5EF4-FFF2-40B4-BE49-F238E27FC236}">
                <a16:creationId xmlns="" xmlns:a16="http://schemas.microsoft.com/office/drawing/2014/main" id="{E112BB52-D341-E5D2-F5DF-7E02D842CB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="" xmlns:a16="http://schemas.microsoft.com/office/drawing/2014/main" id="{83E64D16-F594-591A-9D93-A77A389E4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000" dirty="0" err="1">
                <a:solidFill>
                  <a:schemeClr val="bg1"/>
                </a:solidFill>
              </a:rPr>
              <a:t>Dezvoltare</a:t>
            </a:r>
            <a:r>
              <a:rPr lang="en-US" sz="6000" dirty="0">
                <a:solidFill>
                  <a:schemeClr val="bg1"/>
                </a:solidFill>
              </a:rPr>
              <a:t> Software</a:t>
            </a:r>
            <a:endParaRPr lang="ro-RO" sz="6000" dirty="0">
              <a:solidFill>
                <a:schemeClr val="bg1"/>
              </a:solidFill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="" xmlns:a16="http://schemas.microsoft.com/office/drawing/2014/main" id="{28B36C07-4226-B37A-904A-D7288FB32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5" name="Picture 31">
            <a:extLst>
              <a:ext uri="{FF2B5EF4-FFF2-40B4-BE49-F238E27FC236}">
                <a16:creationId xmlns="" xmlns:a16="http://schemas.microsoft.com/office/drawing/2014/main" id="{05968685-C723-9DC1-68CB-3A7F1967D1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r="8514"/>
          <a:stretch/>
        </p:blipFill>
        <p:spPr>
          <a:xfrm>
            <a:off x="9745879" y="0"/>
            <a:ext cx="2446421" cy="1242769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="" xmlns:a16="http://schemas.microsoft.com/office/drawing/2014/main" id="{E1889DB7-393A-6B1A-0D01-49136CBC2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" y="124093"/>
            <a:ext cx="1825810" cy="8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702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0226224-C55C-9F82-92C6-79722F518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 descr="falduri de mătase albă în fundal">
            <a:extLst>
              <a:ext uri="{FF2B5EF4-FFF2-40B4-BE49-F238E27FC236}">
                <a16:creationId xmlns="" xmlns:a16="http://schemas.microsoft.com/office/drawing/2014/main" id="{324892B5-A082-26C6-88C5-D33B6B82799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="" xmlns:a16="http://schemas.microsoft.com/office/drawing/2014/main" id="{6E1112D6-340A-F858-4558-4123A88C6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 err="1">
                <a:solidFill>
                  <a:schemeClr val="bg1"/>
                </a:solidFill>
              </a:rPr>
              <a:t>Proiectarea</a:t>
            </a:r>
            <a:r>
              <a:rPr lang="en-US" sz="5400" dirty="0">
                <a:solidFill>
                  <a:schemeClr val="bg1"/>
                </a:solidFill>
              </a:rPr>
              <a:t> </a:t>
            </a:r>
            <a:r>
              <a:rPr lang="en-US" sz="5400" dirty="0" err="1">
                <a:solidFill>
                  <a:schemeClr val="bg1"/>
                </a:solidFill>
              </a:rPr>
              <a:t>Mecanică</a:t>
            </a:r>
            <a:r>
              <a:rPr lang="en-US" sz="5400" dirty="0">
                <a:solidFill>
                  <a:schemeClr val="bg1"/>
                </a:solidFill>
              </a:rPr>
              <a:t> </a:t>
            </a:r>
            <a:r>
              <a:rPr lang="en-US" sz="5400" dirty="0" err="1">
                <a:solidFill>
                  <a:schemeClr val="bg1"/>
                </a:solidFill>
              </a:rPr>
              <a:t>și</a:t>
            </a:r>
            <a:r>
              <a:rPr lang="en-US" sz="5400" dirty="0">
                <a:solidFill>
                  <a:schemeClr val="bg1"/>
                </a:solidFill>
              </a:rPr>
              <a:t> </a:t>
            </a:r>
            <a:r>
              <a:rPr lang="en-US" sz="5400" dirty="0" err="1">
                <a:solidFill>
                  <a:schemeClr val="bg1"/>
                </a:solidFill>
              </a:rPr>
              <a:t>Șasiul</a:t>
            </a:r>
            <a:r>
              <a:rPr lang="en-US" sz="5400" dirty="0">
                <a:solidFill>
                  <a:schemeClr val="bg1"/>
                </a:solidFill>
              </a:rPr>
              <a:t> </a:t>
            </a:r>
            <a:endParaRPr lang="ro-RO" sz="5400" dirty="0">
              <a:solidFill>
                <a:schemeClr val="bg1"/>
              </a:solidFill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="" xmlns:a16="http://schemas.microsoft.com/office/drawing/2014/main" id="{025B8919-2816-2D1B-1F0B-7373B66E8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5" name="Picture 31">
            <a:extLst>
              <a:ext uri="{FF2B5EF4-FFF2-40B4-BE49-F238E27FC236}">
                <a16:creationId xmlns="" xmlns:a16="http://schemas.microsoft.com/office/drawing/2014/main" id="{1BEABEAA-6E76-6B5F-D517-F8B41DCD02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r="8514"/>
          <a:stretch/>
        </p:blipFill>
        <p:spPr>
          <a:xfrm>
            <a:off x="9745879" y="0"/>
            <a:ext cx="2446421" cy="1242769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="" xmlns:a16="http://schemas.microsoft.com/office/drawing/2014/main" id="{8470A821-33D4-C07E-2282-6E057D601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" y="124093"/>
            <a:ext cx="1825810" cy="8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9996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39C0AE6-1C7D-0BE4-6367-A694D0593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 descr="falduri de mătase albă în fundal">
            <a:extLst>
              <a:ext uri="{FF2B5EF4-FFF2-40B4-BE49-F238E27FC236}">
                <a16:creationId xmlns="" xmlns:a16="http://schemas.microsoft.com/office/drawing/2014/main" id="{1F53420D-59DC-764C-735F-B69F8CE3DC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="" xmlns:a16="http://schemas.microsoft.com/office/drawing/2014/main" id="{26F969D0-A7B7-8830-439F-24AFA9CB9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o-RO" sz="6000" dirty="0">
                <a:solidFill>
                  <a:schemeClr val="bg1"/>
                </a:solidFill>
              </a:rPr>
              <a:t>TESTARE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="" xmlns:a16="http://schemas.microsoft.com/office/drawing/2014/main" id="{F741AB7F-B4CB-DE06-9802-28F3D68E4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5" name="Picture 31">
            <a:extLst>
              <a:ext uri="{FF2B5EF4-FFF2-40B4-BE49-F238E27FC236}">
                <a16:creationId xmlns="" xmlns:a16="http://schemas.microsoft.com/office/drawing/2014/main" id="{73300E73-FC70-FF60-B876-C0E9CAE480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r="8514"/>
          <a:stretch/>
        </p:blipFill>
        <p:spPr>
          <a:xfrm>
            <a:off x="9745879" y="0"/>
            <a:ext cx="2446421" cy="1242769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="" xmlns:a16="http://schemas.microsoft.com/office/drawing/2014/main" id="{C361FFB3-A3E1-0945-0490-846ED55BA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" y="124093"/>
            <a:ext cx="1825810" cy="8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6308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170BB89-8060-6260-1AB3-57AAC426C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 descr="falduri de mătase albă în fundal">
            <a:extLst>
              <a:ext uri="{FF2B5EF4-FFF2-40B4-BE49-F238E27FC236}">
                <a16:creationId xmlns="" xmlns:a16="http://schemas.microsoft.com/office/drawing/2014/main" id="{A04FF7D9-6F2A-5618-096C-CB45215940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="" xmlns:a16="http://schemas.microsoft.com/office/drawing/2014/main" id="{5D71D391-738E-DF2D-661C-FB492077A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o-RO" sz="6000" dirty="0">
                <a:solidFill>
                  <a:schemeClr val="bg1"/>
                </a:solidFill>
              </a:rPr>
              <a:t>CONCLUZII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="" xmlns:a16="http://schemas.microsoft.com/office/drawing/2014/main" id="{305FFE91-5B67-98DF-3E80-1FF188C9C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5" name="Picture 31">
            <a:extLst>
              <a:ext uri="{FF2B5EF4-FFF2-40B4-BE49-F238E27FC236}">
                <a16:creationId xmlns="" xmlns:a16="http://schemas.microsoft.com/office/drawing/2014/main" id="{D5F55E2E-8895-3FFF-90DD-77053752C2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r="8514"/>
          <a:stretch/>
        </p:blipFill>
        <p:spPr>
          <a:xfrm>
            <a:off x="9745879" y="0"/>
            <a:ext cx="2446421" cy="1242769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="" xmlns:a16="http://schemas.microsoft.com/office/drawing/2014/main" id="{9A7DFFD5-9E26-E218-071F-E68A86F51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" y="124093"/>
            <a:ext cx="1825810" cy="8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4838069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537D0B"/>
      </a:dk2>
      <a:lt2>
        <a:srgbClr val="A9E257"/>
      </a:lt2>
      <a:accent1>
        <a:srgbClr val="38540A"/>
      </a:accent1>
      <a:accent2>
        <a:srgbClr val="31A274"/>
      </a:accent2>
      <a:accent3>
        <a:srgbClr val="236073"/>
      </a:accent3>
      <a:accent4>
        <a:srgbClr val="6C4D90"/>
      </a:accent4>
      <a:accent5>
        <a:srgbClr val="983C27"/>
      </a:accent5>
      <a:accent6>
        <a:srgbClr val="CD811F"/>
      </a:accent6>
      <a:hlink>
        <a:srgbClr val="293F06"/>
      </a:hlink>
      <a:folHlink>
        <a:srgbClr val="68883A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728D249-1983-451D-8451-059C0BA5C7BA}">
  <ds:schemaRefs>
    <ds:schemaRef ds:uri="http://schemas.openxmlformats.org/package/2006/metadata/core-properties"/>
    <ds:schemaRef ds:uri="16c05727-aa75-4e4a-9b5f-8a80a1165891"/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8CC0DF8-A3C6-4F0C-AAB6-327115DBBE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C1B96DA-D61E-4352-8013-F432E69A263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125</TotalTime>
  <Words>50</Words>
  <Application>Microsoft Office PowerPoint</Application>
  <PresentationFormat>Widescreen</PresentationFormat>
  <Paragraphs>24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Century Gothic</vt:lpstr>
      <vt:lpstr>Wingdings 3</vt:lpstr>
      <vt:lpstr>Slice</vt:lpstr>
      <vt:lpstr>PROIECT DE LICENȚĂ -ReMOTE CONTROL CLEVERSCOPE-</vt:lpstr>
      <vt:lpstr>CUPRINS</vt:lpstr>
      <vt:lpstr>1. introducere</vt:lpstr>
      <vt:lpstr>1.Prezentare Cleverscope  </vt:lpstr>
      <vt:lpstr>PROIECTARE HARDWARE</vt:lpstr>
      <vt:lpstr>Dezvoltare Software</vt:lpstr>
      <vt:lpstr>Proiectarea Mecanică și Șasiul </vt:lpstr>
      <vt:lpstr>TESTARE</vt:lpstr>
      <vt:lpstr>CONCLUZII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PROIECT DE LICENȚĂ -Remote control  cleverscope-</dc:title>
  <dc:creator>Deaconu Andrei</dc:creator>
  <cp:lastModifiedBy>Microsoft account</cp:lastModifiedBy>
  <cp:revision>18</cp:revision>
  <dcterms:created xsi:type="dcterms:W3CDTF">2025-11-20T23:45:09Z</dcterms:created>
  <dcterms:modified xsi:type="dcterms:W3CDTF">2026-03-03T03:53:49Z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